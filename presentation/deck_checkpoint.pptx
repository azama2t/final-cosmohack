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пиксель, а не предмет: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примеры с отложенного теста: слева полоса, найденная верно; дальше пропуск, когда полоса слишком тонкая; судно с кильватером, которое спектрально похоже на мусор; пена и саргассум.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253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Приложение. Каждый слайд — одна гипотеза, как мы её проверили, число и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событий CSV организаторов синхронных пар «снимок → поле» — ноль. Гипотеза: среди событий CSV есть пары снимка и полевого счёта для обучения. Как проверили: для каждого события искали снимок S2/Landsat, отбирали по времени и облачности, маскам качества и дрейфу. Решение: пары из CSV не используем для перевода снимка в штуки; ищем другие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пары — уровень доказательности и маски качества. Гипотеза: отобранные по метаданным пары пригодны без проверки облаков и блика. Как проверили: маски SCL и блика в полосе обследования; отбраковано по блику 10, по облакам 6. Решение: реестр пар хранит уровень A–D и причину отказа для каждой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ADIS: 66 пар по месту и времени, видимого сигнала — 0. Гипотеза: в пересечениях маршрутов ADIS со снимками детектор увидит посчитанные предметы. Как проверили: 21 444 отрезков ADIS сопоставлены со снимками в окне по времени; полоса наблюдения против пикселей детектора. Решение: пары ADIS — «по месту и времени», не калибровочные; доля покрытия пикселя 6.6·10⁻⁸ объясняет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Окна Cózar 2024 — только для проверки, не для обучения. Гипотеза: ручная разметка нитей Cózar 2024 годится как независимая проверка детектора. Как проверили: сопоставили находки с 14 374 окнами разметки; на демо-сцене — совпадения по зонам. Решение: используем только как «подтверждение» в карточке, в обучение не берём.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MARIDA: утечек между обучением и тестом нет. Гипотеза: одни и те же сцены или дубликаты могут попасть в обучение и тест. Как проверили: сверка по сценам, датам и содержимому; проверено 119 пар, исключено дубликатов 1. Решение: находку на снимке обучения MARIDA помечаем и не считаем находкой.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Детектор v2: 13 вариантов с новыми данными — ни один не прошёл правило. Гипотеза: новые размеченные данные (PLP, Floating Objects, суда) улучшат детектор. Как проверили: 13 вариантов × 3 seed против контрольного; правило записано до экспериментов. Решение: в сервисе остаётся прежний LightGBM.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U-Net проигрывает бустингу на узких полосах. Гипотеза: свёрточная сеть лучше признаков пикселя. Как проверили: U-Net на тех же сценах и том же пороговом протоколе; сравнение по сценам (15). Решение: U-Net — только как бейзлайн.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нефти MADOS — только эксперимент. Гипотеза: голова для нефтяных пятен даст полезный слой. Как проверили: обучили на MADOS, проверили на отложенном тесте и на реальных L2A (Wakashio). Решение: на реальных сценах ложные срабатывания — слой выключен по умолчанию.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ветре ≥ 5 м/с снимок не информативен. Гипотеза: детектор одинаково работает при любом ветре. Как проверили: ветер ERA5 для каждой зоны; правило из методики Cózar 2024. Решение: 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 поля: пуассоновский слишком узкий, бутстреп по дням — честный. Гипотеза: ошибка счёта (Пуассон) описывает неопределённость концентрации. Как проверили: сравнили охват отложенного рейса: пуассоновский интервал и кластерный бутстреп по дням рейса. Решение: показываем бутстреп; пуассоновский — только с подписью «только ошибка счёта».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ADIS: модели не лучше медианы профиля. Гипотеза: модель по месту и времени предскажет концентрацию ADIS. Как проверили: кандидаты B1, M1, M2 против медианы на отложенных отрезках, правило на val. Решение: показываем медиану профиля.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Калибровка по ячейкам сетки — отказ. Гипотеза: климатология поля по ячейкам свяжется с сигналом снимков. Как проверили: 123 ячеек; ранговая корреляция с доверительным интервалом по дням судна. Решение: калибровки по ячейкам нет; в одном периоде общих дат поле × спутник — ноль.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Физика разрешения: при пикселе Sentinel-2 предметы поштучно не считаемы. Гипотеза: при достаточной модели штуки можно считать по пикселю Sentinel-2. Как проверили: распределение размеров предметов против размера пикселя разных спутников. Решение: на Sentinel-2 — только зоны скоплений; штуки — поле и детальное фото.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Снимков сверхвысокого разрешения в день наблюдений ADIS нет. Гипотеза: для пар ADIS найдутся снимки VHR, где предмет виден. Как проверили: поиск в открытых каталогах по отрезкам ADIS в тот же день. Решение: VHR — в плане развития (запросы операторам).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Искусственные мишени PLP: спектр пикселя не переводится в долю покрытия. Гипотеза: по спектру пикселя можно восстановить долю площади под пластиком. Как проверили: 63 пикселей мишеней, 5 дат; проверка с отложенной датой. Решение: 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Синтетические пары — отклонены. Гипотеза: синтетика (вставка предметов в снимок) заменит настоящие пары. Как проверили: проверка переносимости синтетики на природные сцены. Решение: синтетику не используем как доказательство связки.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Оценщик «снимок → штуки»: плоская калибровка хуже ответа «0». Гипотеза: простая калибровка площади маски в штуки даёт полезную оценку. Как проверили: лидерборд методов на парах по месту и времени, общий протокол и метрика. Решение: в карточке — «количество не определено», сценарий свёрнут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ISPRA: все трансекты разобраны одним скриптом, пара по месту и дню — одна. Гипотеза: итальянские трансекты MSFD дадут пары со снимком. Как проверили: поиск снимков под каждую трансекту, маски, уровни A/C/D. Решение: ER604 — пара по месту и дню, не калибровочная: ни один предмет не рядом с пикселем детектора.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PLASTIC MONITOR: квадрат 1 м² не равен пикселю. Гипотеза: фото-учёт PLASTIC MONITOR даст пары со снимком. Как проверили: сопоставление площадки учёта с пикселем и пятном на снимке. Решение: уровень C: единица наблюдения несовместима с пикселем.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Архивы и приложения статей: кандидаты есть, пар нет. Гипотеза: в приложениях к статьям лежат пары «снимок — счёт». Как проверили: разбор архивов и приложений: координаты, время, площадь, счёт. Решение: запросы авторам — в плане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FML: разбиение по сессиям съёмки убирает утечку соседних кадров. Гипотеза: случайное разбиение кадров честно оценивает счётчик. Как проверили: сравнили случайное разбиение и разбиение по сессиям съёмки. Решение: публикуем только метрику по сессиям.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Winans: плотность на кадре берега — при известной площади. Гипотеза: счётчик по фото даёт шт. на площадь, если известна площадь кадра. Как проверили: пространственное разбиение, 397 тестовых кадров по 164 м². Решение: подпись «шт. на кадр берега»; берег ≠ вода,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Перенос счётчика на реку и дрон — не работает без дообучения. Гипотеза: счётчик FML переносится на другие съёмки. Как проверили: проверка на кадрах реки и дрона другого источника. Решение: перенос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Материал на фото — только с матрицей ошибок. Гипотеза: модель различает материалы предметов на фото. Как проверили: матрица ошибок по классам материала на отложенном источнике. Решение: 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Проверка глазами жюри-человека меняет подписи и статусы. Гипотеза: интерфейс понятен без объяснений. Как проверили: независимый проверяющий листает сервис и деку и записывает, что понял неверно. Решение: подписи «оценка детектора», «пластик не подтверждён», статусы по постановке.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Сколько гипотез мы проверили. Гипотеза: итог — это отбор из многих проверенных идей, а не первая удачная. Как проверили: подсчёт по журналу и конвейеру: гипотезы, эксперименты, решения. Решение: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нужно для настоящих пар «снимок → штуки». Гипотеза: связка возможна, если считать предметы там, где их видит спутник. Как проверили: по итогам всех проверок: какие данные закрывают разрыв. Решение: 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пиксель, а не предмет: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 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512" y="1737360"/>
            <a:ext cx="3407054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pic>
        <p:nvPicPr>
          <p:cNvPr id="3" name="Picture 2" descr="hard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1691640"/>
            <a:ext cx="7543800" cy="301752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9224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13631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1063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983480"/>
            <a:ext cx="4206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462"/>
                </a:solidFill>
                <a:latin typeface="Segoe UI"/>
              </a:rPr>
              <a:t>Верно найдено · пропуск · судно · пена · «анализ невозможен» — на отложенном тесте MARIDA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 PLP: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0254"/>
            <a:ext cx="6400800" cy="360045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589" y="1737360"/>
            <a:ext cx="2992901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пар «снимок — поле» 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2194560"/>
            <a:ext cx="105156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Приложение. Исследование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338328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Каждый слайд — одна проверенная гипотеза: гипотеза → как проверили → результат →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3246120"/>
            <a:ext cx="2743200" cy="19050"/>
          </a:xfrm>
          <a:prstGeom prst="rect">
            <a:avLst/>
          </a:prstGeom>
          <a:solidFill>
            <a:srgbClr val="FA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Из событий CSV организаторов синхронных пар «снимок → поле» — ноль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синхронных из 318 событий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Среди событий CSV есть пары снимка и полевого счёта для обучения.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Для каждого события искали снимок S2/Landsat, отбирали по времени и облачности, маскам качества и дрейфу.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из CSV не используем для перевода снимка в штуки; ищем другие источники.</a:t>
            </a:r>
          </a:p>
        </p:txBody>
      </p:sp>
      <p:pic>
        <p:nvPicPr>
          <p:cNvPr id="11" name="Picture 10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40279"/>
            <a:ext cx="5486400" cy="32918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У каждой пары — уровень доказательности и маски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из 29 прошли маски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Отобранные по метаданным пары пригодны без проверки облаков и блика.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Маски SCL и блика в полосе обследования; отбраковано по блику 10, по облакам 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Реестр пар хранит уровень A–D и причину отказа для каждой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ADIS: 66 пар по месту и времени, видимого сигнала —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срабатываний в 6 парах с предметами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В пересечениях маршрутов ADIS со снимками детектор увидит посчитанные предметы.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21 444 отрезков ADIS сопоставлены со снимками в окне по времени; полоса наблюдения против пикселей детектора.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ADIS — «по месту и времени», не калибровочные; доля покрытия пикселя 6.6·10⁻⁸ объясняет результат.</a:t>
            </a:r>
          </a:p>
        </p:txBody>
      </p:sp>
      <p:pic>
        <p:nvPicPr>
          <p:cNvPr id="11" name="Picture 10" descr="search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205543"/>
            <a:ext cx="5486400" cy="1361313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Окна Cózar 2024 — только для проверки, не для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14 374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окон разметки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Ручная разметка нитей Cózar 2024 годится как независимая проверка детектора.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Сопоставили находки с 14 374 окнами разметки; на демо-сцене — совпадения по зонам.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Используем только как «подтверждение» в карточке, в обучение не берём.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MARIDA: утечек между обучением и тестом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пересечений train/test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Одни и те же сцены или дубликаты могут попасть в обучение и тест.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Сверка по сценам, датам и содержимому; проверено 119 пар, исключено дубликатов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Находку на снимке обучения MARIDA помечаем и не считаем находкой.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Детектор v2: 13 вариантов с новыми данными — ни один не прошёл правило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принято из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Новые размеченные данные (PLP, Floating Objects, суда) улучшат детектор.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13 вариантов × 3 seed против контрольного; правило записано до экспериментов.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сервисе остаётся прежний LightGBM.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U-Net проигрывает бустингу на узких полосах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U-Net против 0.871 у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Свёрточная сеть лучше признаков пикселя.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на тех же сценах и том же пороговом протоколе; сравнение по сценам (15).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— только как бейзлайн.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Слой нефти MADOS — только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на тесте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Голова для нефтяных пятен даст полезный слой.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Обучили на MADOS, проверили на отложенном тесте и на реальных L2A (Wakashio).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 реальных сценах ложные срабатывания — слой выключен по умолчанию.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При ветре ≥ 5 м/с снимок не информативен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 м/с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порог ветра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Детектор одинаково работает при любом ветре.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Ветер ERA5 для каждой зоны; правило из методики Cózar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Интервал поля: пуассоновский слишком узкий, бутстреп по дням — честный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×3.8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шире интервал бутстрепа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Ошибка счёта (Пуассон) описывает неопределённость концентрации.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охват отложенного рейса: пуассоновский интервал и кластерный бутстреп по дням рейса.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бутстреп; пуассоновский — только с подписью «только ошибка счёта».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Прогноз ADIS: модели не лучше медианы профиля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MAE медианы; лучший кандидат 1.28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по месту и времени предскажет концентрацию ADIS.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Кандидаты B1, M1, M2 против медианы на отложенных отрезках, правило на 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медиану профиля.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Калибровка по ячейкам сетки — отказ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— связь слабая, интервал задевает ноль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Климатология поля по ячейкам свяжется с сигналом снимков.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123 ячеек; ранговая корреляция с доверительным интервалом по дням судна.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Калибровки по ячейкам нет; в одном периоде общих дат поле × спутник — ноль.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Физика разрешения: при пикселе Sentinel-2 предметы поштучно не считаемы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предметов считаемы на пикселе 0.3 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При достаточной модели штуки можно считать по пикселю Sentinel-2.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Распределение размеров предметов против размера пикселя разных спутников.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На Sentinel-2 — только зоны скоплений; штуки — поле и детальное фото.</a:t>
            </a:r>
          </a:p>
        </p:txBody>
      </p:sp>
      <p:pic>
        <p:nvPicPr>
          <p:cNvPr id="11" name="Picture 10" descr="unit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961232"/>
            <a:ext cx="5486400" cy="1849935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Снимков сверхвысокого разрешения в день наблюдений ADIS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VHR-снимков в тот же день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Для пар ADIS найдутся снимки VHR, где предмет виден.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Поиск в открытых каталогах по отрезкам ADIS в тот же день.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VHR — в плане развития (запросы операторам).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Искусственные мишени PLP: спектр пикселя не переводится в долю покрытия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FDI с долей покрытия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спектру пикселя можно восстановить долю площади под пластиком.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63 пикселей мишеней, 5 дат; проверка с отложенной датой.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Синтетические пары — отклонены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Синтетика (вставка предметов в снимок) заменит настоящие пары.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переносимости синтетики на природные сцены.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Синтетику не используем как доказательство связки.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Оценщик «снимок → штуки»: плоская калибровка хуже ответа «0»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Простая калибровка площади маски в штуки даёт полезную оценку.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Лидерборд методов на парах по месту и времени, общий протокол и метрика.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карточке — «количество не определено», сценарий свёрнут с оговорками.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ISPRA: все трансекты разобраны одним скриптом, пара по месту и дню — одна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пара уровня A (ER604)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Итальянские трансекты MSFD дадут пары со снимком.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Поиск снимков под каждую трансекту, маски, уровни A/C/D.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ER604 — пара по месту и дню, не калибровочная: ни один предмет не рядом с пикселем детектора.</a:t>
            </a:r>
          </a:p>
        </p:txBody>
      </p:sp>
      <p:pic>
        <p:nvPicPr>
          <p:cNvPr id="11" name="Picture 10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21423"/>
            <a:ext cx="5486400" cy="272955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PLASTIC MONITOR: квадрат 1 м² не равен пикселю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Фото-учёт PLASTIC MONITOR даст пары со снимком.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Сопоставление площадки учёта с пикселем и пятном на снимке.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Уровень C: единица наблюдения несовместима с пикселем.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Архивы и приложения статей: кандидаты есть, пар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приложениях к статьям лежат пары «снимок — счёт».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Разбор архивов и приложений: координаты, время, площадь, счёт.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— в плане развития.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FML: разбиение по сессиям съёмки убирает утечку соседних кадров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шт./кадр на отложенных сессиях, 95 % [0.54; 0.66]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Случайное разбиение кадров честно оценивает счётчик.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случайное разбиение и разбиение по сессиям съёмки.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Публикуем только метрику по сессиям.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Winans: плотность на кадре берега — при известной площади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берега — ошибка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по фото даёт шт. на площадь, если известна площадь кадра.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Пространственное разбиение, 397 тестовых кадров по 164 м².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Подпись «шт. на кадр берега»; берег ≠ вода, Sentinel-2 так не считает.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Перенос счётчика на реку и дрон — не работает без дообучения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FML переносится на другие съёмки.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на кадрах реки и дрона другого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Перенос не заявляем.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Материал на фото — только с матрицей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различает материалы предметов на фото.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Матрица ошибок по классам материала на отложенном источнике.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Проверка глазами жюри-человека меняет подписи и статусы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Интерфейс понятен без объяснений.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Независимый проверяющий листает сервис и деку и записывает, что понял неверно.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Подписи «оценка детектора», «пластик не подтверждён», статусы по постановке.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Сколько гипотез мы проверили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проверенных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Итог — это отбор из многих проверенных идей, а не первая удачная.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Подсчёт по журналу и конвейеру: гипотезы, эксперименты, решения.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Каждое решение записано до сравнения.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Что нужно для настоящих пар «снимок → штуки»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калибровочных пар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Связка возможна, если считать предметы там, где их видит спутник.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итогам всех проверок: какие данные закрывают разрыв.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