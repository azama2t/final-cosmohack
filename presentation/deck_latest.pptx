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полосами, и мы находим их и честно считаем штуки там, где их можно измерить. Мы команда SAMARKAND. Наша задача в кейсе — по снимкам Sentinel-2 найти скопления плавающего мусора, оценить, сколько там предметов, и показать это экологу так, чтобы он понимал, чему можно верить. За эти дни мы собрали три вещи. Детектор, который на отложенных сценах MARIDA отличает мусор от воды, судов и пены. Полевой счёт штук на квадратный километр с честным интервалом. И счётчик предметов на детальном фото. Главное, что мы узнали по дороге: снимок показывает, где мусор, но не сколько в нём штук. Мы проверили это на всех парах «снимок — полевой счёт», которые смогли найти, и поэтому число штук по снимку мы не выдаём за измерение. Дальше — команда, проблема и три ступени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пять человек: Матвей, Егор, Марк, Фёдор и Глеб. Мы делили работу на данные и поиск пар, модели, сервис и проверку. Каждое число в этой презентации взято из одного файла с источником и протоколом, и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 10 м, а предмет — 2.5–50 см: прямого счёта штук по снимку не существует. Предмет в море — бутылка, пакет, обрывок сети — в сотни раз меньше пикселя Sentinel-2. В пикселе он занимает ничтожную долю, и спектр пикселя почти не меняется. Чтобы научить модель считать штуки, нужны пары: снимок и полевой счёт в то же время в том же месте. Мы прошли все 318 событий CSV организаторов: снимок рядом по времени есть у части, по метаданным остаётся 29, после масок облаков и блика — 12, а синхронных с учётом дрейфа — ноль. Отдельно мы нашли 66 пар по месту и времени в данных ADIS, но видимого сигнала мусора на снимке нет ни в одной. Это не недоработка поиска, а физика: спутник видит скопление, а не отдельный предмет. Поэтому решение устроено ступенями.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штуки на квадратный километр, детальное фото считает предметы. Первая ступень — детектор на спектрах Sentinel-2: он отвечает, где и когда есть полоса мусора; на отложенном тесте MARIDA у него F1 0.871. Вторая — полевой счёт: люди с судна считают предметы на полосе известной ширины, и мы делим число предметов на площадь; по отложенному рейсу это 53.9 штуки на квадратный километр с честным интервалом. Третья — детальное фото, где предмет виден целиком: модель считает предметы с ошибкой 0.59 штуки на кадр. У каждой ступени своя единица и своя проверка. Между ступенями мост возможен только через пары, а их нет, поэтому мы не переводим площадь полосы на снимке в штуки и прямо пишем это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Мы сравнили четыре подхода на одних и тех же сценах, которые модель не видела при обучении и подборе порога. Градиентный бустинг по спектральным признакам даёт F1 0.871, случайный лес — 0.771, U-Net — 0.501, а классический индекс плавающего мусора FDI с порогом — 0.042. Почему бустинг, а не нейросеть: полосы мусора узкие, в несколько пикселей, и разметки мало, поэтому признаки пикселя и его соседей работают лучше, чем свёртки. Важно, что класс MARIDA — это любой плавающий мусор, а не только пластик, и оценка детектора — не вероятность. Поэтому в сервисе мы пишем «оценка детектора» и «плавающий материал», а не «пластик». Порог детектора мы выбирали только на валидационных сценах, а тест открыли один раз. Интервал F1 посчитан бутстрепом по сценам, поэтому он учитывает, что сцены сильно отличаются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людьми. Это сцена 30SXE у Альборана за 11.03.2021; модель её не видела. Детектор выделил 23 зон, и 14 из них совпадают с нитями мусора, которые авторы Cózar 2024 разметили вручную. Всего мы обработали 286 зон на сценах и оставили 77 находок: остальные отсеяны фильтрами судов и кильватера, пены, блика, облаков, или там ветер сильнее 5 метров в секунду, когда мусор уходит под воду и снимок не информативен. Каждая зона получает один из четырёх статусов: обнаружено, не обнаружено, недостаточно данных, анализ невозможен. Статус «подтверждено» ставит только человек. На снимке справа видны контуры зон поверх нитей мусора. Сцена не входила в обучение MARIDA, поэтому совпадения с ручной разметкой — независимая проверка, а не повторение обучающих данных. Совпадение с разметкой мы показываем в карточке отдельной строкой «Подтверждение», а не смешиваем со статусом. Если независимой разметки нет, карточка так и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На этом слайде примеры с отложенного теста: слева полоса, найденная верно; дальше пропуск, когда полоса слишком тонкая; судно с кильватером, которое спектрально похоже на мусор; пена и саргассум. Всего на тесте 75 ложных пикселей, и 64 процентов из них — суда и природная органика. Поэтому после детектора стоят фильтры: маска судов и кильватера, маска пены, блика и облаков по SCL, ветер по ERA5. Если снимок закрыт облаками или на нём блик, зона получает статус «анализ невозможен», а не «чисто». Это важно для эколога: отсутствие находки на плохом снимке ничего не говорит о воде. Для каждой причины ошибки у нас есть отдельный признак, который эколог видит в карточке: что исключено и что не проверяется. Например, водоросли и мутные речные шлейфы детектор не отличает надёжно, и мы пишем об этом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штуки на квадратный километр, а на отложенном тесте простая медиана лучше модели, и мы показываем медиану. Считаем так: наблюдатели с судна считают предметы на полосе известной ширины; число предметов делим на площадь полосы. Интервал от 39.7 до 70.4 — бутстреп по дням рейса; он учитывает, что дни сильно отличаются друг от друга, и потому шире, чем интервал только по ошибке счёта. Мы пробовали предсказывать концентрацию моделью по месту и времени: на отложенном рейсе у модели средняя ошибка 30.0, а у медианы 25.2. Правило было записано заранее: модель берём, только если она лучше медианы. Она не лучше — значит, честный ответ сервиса по полю — медиана с интервалом. Поле — это не снимок. Полевое число мы показываем в отдельном слое «Полевые измерения», а в карточке спутниковой зоны пишем только расстояние до ближайшего полевого измерения, не выдавая чужое число за плотность этой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штуки на кадр и определяет материал. Это третья ступень: фото с воды или с дрона, где предмет виден целиком. Мы обучили детектор объектов на открытом наборе FML и разбили его по сессиям съёмки, чтобы соседние кадры одной съёмки не попали и в обучение, и в тест. На отложенных кадрах ошибка счёта 0.59 предмета, а у бейзлайна «всегда медиана» — 2.86. На аэрофото берега Winans, где известна площадь кадра, наша ошибка 1.85 штуки против 2.29 у открытого DebrisScan, и правило замены было записано до сравнения. Материал модель называет по классам, но число по классам мы показываем только там, где есть разметка и матрица ошибок. Штуки на квадратный километр по фото мы считаем только там, где известна площадь кадра, как у Winans. Для кадров без площади единица — штуки на кадр. И это не спутник: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сразу видит, что найдено, где, когда и насколько этому верить. Путь такой: глобус с районами, клик по району — сцена с контурами зон, клик по зоне — карточка. Первая строка карточки — что это: плавающий материал по классу MARIDA, пластик не подтверждён. Дальше статус — один из четырёх по постановке, и отдельной строкой подтверждение: совпадает ли зона с независимой разметкой. В блоке количества прямо написано: количество предметов по этому снимку не определено, а исследовательский сценарий свёрнут и подписан оговорками. Рядом — ближайшее полевое измерение, но не как плотность этой зоны. Всё, что отфильтровано, выгружается в GeoJSON и CSV, а запрос можно сохранить и повторить. Если источник данных недоступен, сервис пишет «данные недоступны», а не «ноль зон». Находки на снимках из обучения помечены и не считаются. Так эколог отличает отсутствие мусора от отсутствия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255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числа, которые стоит запомнить. Детектор находит полосы мусора с F1 0.871 на отложенном тесте. Поле даёт 53.9 штуки на квадратный километр с честным интервалом. И 66 пар «снимок — поле» мы проверили и показали, почему штуки по снимку пока не измеряются. Всего за эти дни мы проверили 71 гипотезу и эксперименты, и каждое решение записано до сравнения.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 10 м, а предмет — 2.5–50 см: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 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343" y="1737360"/>
            <a:ext cx="4413392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pic>
        <p:nvPicPr>
          <p:cNvPr id="3" name="Picture 2" descr="hard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1691640"/>
            <a:ext cx="7543800" cy="301752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9224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13631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1063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983480"/>
            <a:ext cx="4206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462"/>
                </a:solidFill>
                <a:latin typeface="Segoe UI"/>
              </a:rPr>
              <a:t>Верно найдено · пропуск · судно · пена · «анализ невозможен» — на отложенном тесте MARIDA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мишени: 19 дат со счётом —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сразу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Земля → сцена → зона → студия запросов → назад к карте; сохранённые запросы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проверенных гипотез и экспериментов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