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пять примеров прямо из сервиса, раздел «Проверка качества»: полоса, найденная верно; пропуск, когда детектор отметил только малую часть нити; судно с кильватером, которое спектрально похоже на мусор; пена, которую поймал фильтр; и снимок, где анализ невозможен из-за низкого солнца.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255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Всего за эти дни мы проверили 71 гипотезу и эксперименты, и каждое решение записано до сравнения.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pic>
        <p:nvPicPr>
          <p:cNvPr id="7" name="Picture 6" descr="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137" y="1737360"/>
            <a:ext cx="5103805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Пять примеров из сервиса («Проверка качества»): верно · пропуск · судно · пена · «анализ невозможен»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мишени: 19 дат со счётом —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