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[0:00–0:15] Мы решали кейс как два алгоритма, проверенных по отдельности. Детектор по снимку — F1 0.871 на test MARIDA. Концентрация — по полевым данным. Синхронных пар «снимок — поле» 0, поэтому переноса на снимок мы не заявляем, и карта это прямо говорит.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[0:15–0:30] Пользователь — специалист по мониторингу. Он выбирает акваторию и дату, проверяет находки детектора, сравнивает с полем и выгружает результат. Измерение, оценка и площадь маски у нас везде — разные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[0:30–0:47] Целевая величина — суммарный плавающий пластик больше двух сантиметров, штук на квадратный километр, визуальная полоса с судна. Это 63 события Саргассова моря, у каждого есть N и A. Весь мусор Северного и Чёрного морей — не пластик, он только для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[0:47–1:02]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[1:02–1:22]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[1:22–1:47]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судно, это верное срабатывание.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[1:47–2:15]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[2:15–2:32]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[2:32–2:48] Карта повторяет отчёт: три слоя и два статуса полосы. Эта пара отклонена по дрейфу — «связь не подтверждена»; пикселей детектора в полосе нет, концентрация по снимку недоступна. Выгрузка сверена с API самопроверкой.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[2:48–3:18] Наш вклад — не модель, а решения, которые защищают выводы от самообмана. Допуск по дрейфу в реестре пар, сплит по участкам маршрута, найденный после утечки через соседей дня,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[3:18–3:32]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[3:32–3:48] Ограничения называем сами: перенос на снимок не доказан, данных мало, интервалы недопокрывают. Развитие — трансекты под пролёт с записанным временем и больше рейсов.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[3:48–4:00] Всё воспроизводится одной командой без сети; чистый клон до карты — 7,5 минуты, числа совпали.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Кейс «Макропластик»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Плавающий мусор: детектор по снимку и шт./км² по полю — что доказано, а что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по Sentinel-2 проверен на test MARIDA: F1 0.871 против RandomForest 0.771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Концентрация шт./км² — по полевым данным: C = N/A с интервалом Пуассона; на отложенном test модель не лучше медианы, поэтому на карте медиана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 ↔ поле: 318 событий → 0 синхронных пар; перенос «снимок → шт./км²» не заявляем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подтверждённых пар «снимок ↔ полевое измерение» — и мы это показываем, а не прячем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reports/final_numbers.json → case.sections (6 разделов с источником и протоколом)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Задача и пользователь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Пользователь — специалист по мониторингу: акватория и дата → проверка зон → сравнение с полем → выгрузка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Выбирает акваторию и дату, видит полевые измерения, снимки-кандидаты и маску качества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Смотрит, где детектор нашёл подозрительные пиксели, и почему пара «снимок ↔ поле» принята или отклонена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Сравнивает с полевым измерением (шт./км² с интервалом), сохраняет запрос, выгружает GeoJSON/CSV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Измерение, оценка по полевым данным и площадь маски — разные поля везде: в API, карточке, легенде, выгрузке</a:t>
            </a:r>
          </a:p>
        </p:txBody>
      </p:sp>
      <p:pic>
        <p:nvPicPr>
          <p:cNvPr id="5" name="Picture 4" descr="01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007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69911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Карта кейса: 935 наблюдений, 29 полос обследования со снимками-кандидатами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§1, §8; docs/CONTRACTS_V3.md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Целевая величина — суммарный плавающий пластик &gt; 2 см, шт./км², визуальная полоса 10 м (S2, Саргассово море)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63 события за 26 дней (2015-04-01 – 2015-04-26); у всех есть N и A → C = N/A проверяема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N 1–55 предметов, A 0.092–0.255 км²: масштаб контрольного примера 12 / 0.20 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Второй профиль — трал S1, 5–50 см, 83 события: только полевая проверка, со S2 не смешиваем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all_litter (S3, S4) — весь мусор всех материалов, не пластик: только в эксперименте на снимках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Детектор: класс Marine Debris MARIDA = любой плавающий мусор; пластик отдельно он не выделяет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C профиля S2 (диапазон 4.3–222.7)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README.md §1; reports/report.md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вне полосы HE460 т.03 — 1 судно (верное срабатывание на сложном фоне) и 4 одиночных пикселя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S2, отложенный test (14 событий): MAE, шт./км²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ridge_log (основная)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медиана dev (на карте)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914863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35496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ΔMAE +4.8 [−1.6; +12.9] — ДИ содержит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Карта говорит то же, что отчёт: 29 полос-кандидатов, 0 подтверждённых пар, концентрация по снимку недоступна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Три слоя: полевые измерения (шт./км² с интервалом Пуассона) · снимки-кандидаты (полосы обследования) · подозрительные пиксели детектора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Два статуса полосы: детекция («связь не подтверждена» + причина) и концентрация («недоступна»)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 пар, выгрузка GeoJSON/CSV, сохранённые запросы; самопроверка API ↔ выгрузка: 284 из 284, ошибочные входы 46/46, p95 ≤ 104 мс</a:t>
            </a:r>
          </a:p>
        </p:txBody>
      </p:sp>
      <p:pic>
        <p:nvPicPr>
          <p:cNvPr id="5" name="Picture 4" descr="02_zone_he460_t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656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48082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Северное море, HE460 трансекта 03: связь с полем не подтверждена (дрейф &gt; допуска), подозрительных пикселей в полосе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service/routes_v3.py; reports/selfcheck/consistency_latest.json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(232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Ограничения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Ограничения названы на карте и в отчёте; развитие — синхронные пары и больше рейсов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Перенос «снимок → шт./км²» не доказан: синхронных пар нет, для пластика снимков нет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Мало независимых данных: S2 — один рейс, 26 дней; интервалы недопокрывают (84 % и 74 % вместо 90 %)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Test не абсолютно нетронутый: ранняя разведка бейзлайнов видела все события профиля (записано до открытия)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на L2A пар по разметке не измерен; порог блика не калибровался на этих сценах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Дальше: трансекты под пролёт с записанным временем (≈ 33 пар), больше рейсов и сезонов, ERA5 для дрейфа, разметка скоплений на L2A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reports/report.md §8–9; README.md «Ограничения»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Одна команда, 6.9 с без сети; чистый клон до карты — 7,5 мин, числа совпали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Одна команда: run.ps1 -Case all -Offline (CSV → отбор → пары → маски → детектор → метрики → выгрузка)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24 выходные таблицы с одинаковыми sha256 при повторе; отпечаток fccf808a8817d7c4…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Чистый клон: клон 76 с, установка и маршрут 3 мин 17 с, карта 8,1 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Тесты кейса (26.09.2026 00:18): 232 passed, 2 skipped, 0 failed; числа документов сверяет тест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от git clone до карты на экране,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