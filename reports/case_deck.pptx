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[0:20–0:40]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[0:40–1:00]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[1:00–1:20]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[1:20–1:45]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[1:45–2:10] Детектор — пиксельный LightGBM. На test MARIDA F1 0.871, RandomForest — 0.771, индексы FDI — 0.042; саргассум и мутную воду он не путает. На снимках пар это не переносится: из 975 объектов почти все — блик, облака или барашки, а без гармонизации каналов остаётся 5. Поэтому на карте это «подозрительные пиксели», а не находки.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[2:10–2:45]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[2:45–3:05] Связь снимка с полем мы всё же проверили. На 11 парах FDI даёт ρ −0.75, но после поправки Холма p 0.15,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[3:05–3:25] Карта повторяет отчёт: три слоя и два статуса полосы. Здесь детектор нашёл пиксели, но пара отклонена по дрейфу, поэтому это «подозрительные пиксели без полевого подтверждения», а не «обнаружено». Выгрузка сверена с API самопроверкой.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[3:25–3:40]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[3:40–3:52]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[3:52–4:00]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(5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MARIDA, но на снимках пар срабатывает на блике, облаках и барашках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Ложные: 75, из них суда 27 и органика 21; на саргассуме и мутной воде — 0 (FDI × NDVI помечает 46 % саргассума)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На 22 снимках пар (L2A): 975 объектов, в полосах 6; без HE460 т.03 ложные типы — 55.0 % (блик, облака); 721 вне полосы на HE460 т.03 — вероятно барашки/пена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Без гармонизации L2A → MARIDA остаётся 5 объектов из 975: F1 0.871 на снимки пар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reports/case_pairs/detector_review.md (final_numbers → case.detector_review)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S2, отложенный test (14 событий): MAE, шт./км²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ridge_log (основная)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медиана dev (на карте)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914863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35496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ΔMAE +4.8 [−1.6; +12.9] — ДИ содержит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0.15; та же полоса в случайной воде сцены — −0.54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 говорит то же, что отчёт: 29 полос-кандидатов, 0 подтверждённых пар, концентрация по снимку недоступна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Три слоя: полевые измерения (шт./км² с интервалом Пуассона) · снимки-кандидаты (полосы обследования) · подозрительные пиксели детектора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Два статуса полосы: детекция («связь не подтверждена» + причина) и концентрация («недоступна»)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 пар, выгрузка GeoJSON/CSV, сохранённые запросы; самопроверка API ↔ выгрузка: 284 из 284, ошибочные входы 46/46, p95 ≤ 89 мс</a:t>
            </a:r>
          </a:p>
        </p:txBody>
      </p:sp>
      <p:pic>
        <p:nvPicPr>
          <p:cNvPr id="5" name="Picture 4" descr="02_zone_suspicious_pixe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56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48082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Северное море, HE460 трансекта 03: пиксели есть, но связь с полем не подтверждена (дрейф &gt; допуска)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service/routes_v3.py;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6.7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8f765cc35dfefef3…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(25.09.2026 22:32): 211 passed, 1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