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[0:20–0:40]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[0:40–1:00]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[1:00–1:20]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[1:20–1:45]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[1:45–2:10] Детектор — пиксельный LightGBM. На test MARIDA F1 0.871, RandomForest — 0.771, индексы FDI — 0.042. На саргассуме и мутной воде ложных нет, ошибается на судах и органике. На реальных парах он почти ничего не видит: на пиксель 10 метров приходится меньше одного предмета, а редкие срабатывания — на блике.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[2:10–2:45]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[2:45–3:05] Связь снимка с полем мы всё же проверили. На 11 парах FDI даёт ρ −0.75, но после поправки Холма p 0.15,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[3:05–3:25] Карта повторяет отчёт: три слоя и два статуса полосы. Здесь детектор нашёл пиксели, но пара отклонена по дрейфу, поэтому это «подозрительные пиксели без полевого подтверждения», а не «обнаружено».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[3:25–3:40]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[3:40–3:52]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[3:52–4:00]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(4 раздела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 — лучше RandomForest на 0.100 и не путает саргассум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Пиксельный LightGBM, 48 признаков, порог 0.63 выбран на val; test (15 сцен) посчитан один раз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к RF 0.100 [0.049; 0.150] (парный бутстреп по сценам), лучше в 9 сценах, хуже в 3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Ложные: 75, из них суда 27 и органика 21; на саргассуме и мутной воде — 0 (FDI × NDVI помечает 46 % саргассума)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На реальных парах: в полосах 10 чистых черноморских пар 0 пикселей; срабатывания — на бликовых сценах (T14, T20, T21) и на одной паре Северного моря на уровне фона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reports/case_pairs/quality.md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0.15; та же полоса в случайной воде сцены — −0.54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283 из 283, ошибочные входы 46/46, p95 ≤ 264 мс</a:t>
            </a:r>
          </a:p>
        </p:txBody>
      </p:sp>
      <p:pic>
        <p:nvPicPr>
          <p:cNvPr id="5" name="Picture 4" descr="02_zone_suspicious_pixe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пиксели есть, но связь с полем не подтверждена (дрейф &gt; допуска)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9.9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95dc41db12d029dc…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кейса: 142 passed, 1 skipped за 22 с; все числа — из final_numbers.json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