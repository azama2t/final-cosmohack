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[0:00–0:19]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[0:19–0:33]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[0:33–0:52]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[0:52–1:12]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[1:12–1:39]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[1:39–2:10] Пар по месту и времени — 66, но это не калибровочные пары: на 6 отрезках с предметами детектор их не увидел, предмет меньше процента пикселя. Калибровочных пар «снимок — штуки» 0: мы проверили 318 событий CSV и 177 синхронных отрезков ADIS. У авторов крупнейшего набора полос тоже: «The current matching of satellite detections and field observations is limited to fake targets» (Cózar и др., 2024, doi 10.1038/s41467-024-48674-7).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[2:10–2:29]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[2:29–2:58] Главная трудность — сложный фон. Если учить детектор на естественных нитях Cózar, полнота на них растёт до 97 процентов, но пена и суда тоже становятся мусором. Если добавить суда как отрицательные, ложные на судах падают с 26 до 4 процентов, но теряются нити. Правило, записанное заранее, не прошёл ни один вариант — остаётся прежний детектор, а его ограничение по судам мы называем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[2:58–3:32]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[3:32–3:55]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[3:55–4:11] Карта на сцене, которую модель не видела. Каждая зона — измерено по снимку, вероятность с признаками ложных и, статус «концентрация по снимку не подтверждена» — штук по снимку мы не показываем. Выгрузка равна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[4:11–4:36] Наш вклад — решения, которые защищают выводы от самообмана. Допуск по дрейфу в реестре пар, сплит по участкам маршрута,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[4:36–4:48]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[4:48–5:00]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перевода в штуки нет, калибровочных пар ноль, калибровка по ячейкам дала отрицательный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(16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Сложный фон: нити Cózar в обучении — полнота до 97 %, но пена 50/50 и до 91 % судов становятся «мусором»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Откат weights/lgbm (L2A, как в сервисе): нити Cózar 36 % (хотя бы один пиксель нити; по пикселям 7 %), ложные на судах 26 %; D пар 5 из 97 объектов, все на 1 съёмке из 8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естественные B (Cózar, линии FloatingObjects): нити 77–97 %, но F1 MARIDA val −0.031…−0.057, ложные на 6–7 % чистой воды и 74–91 % судов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D судов: ложные на судах 26 % → 4 %, на пене 0/50, но нити 36 % → 27 %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Суда, пена и нити спектрально близки: выигрыш на одном ломает другое. Итог: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650"/>
                <a:gridCol w="2888589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Откат weights/lgbm (нить — ≥ 1 пикс.)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+ D судов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 (снимок experiments_snapshot.json), decision.json; configs/detector_v2_eval.yaml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Карта: отложенная сцена Cózar 30SXE — 23 зон, 14 совпали с нитями Cózar; концентрация по снимку не подтверждена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Сцена 30SXE, 11.03.2021 не участвовала в обучении, подборе порога и экспериментах детектора; всего в слое 286 зон на 75 оцениваемых сценах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Карточка зоны: измерено (площадь 4.18 км², LWD, маска качества, версия модели) · вероятно (статус, признаки пены/блика/судна) · главный статус — «концентрация по снимку не подтверждена»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«Обнаружено» только при совпадении с нитью Cózar (14); признаки пены, блика, судна, берега → «недостаточно данных» (180)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Полосы кейса (29): связь с полем не подтверждена, концентрация по снимку недоступна; выгрузка = карта (23 = 23 строк CSV)</a:t>
            </a:r>
          </a:p>
        </p:txBody>
      </p:sp>
      <p:pic>
        <p:nvPicPr>
          <p:cNvPr id="5" name="Picture 4" descr="09_demo_zone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47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3884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Отложенная сцена Cózar: контуры зон детектора и карточка «Измерено / Вероятно»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data/case/scene_zones; reports/case_demo/demo_path.json (final_numbers → case.sections.scene_zones);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(255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11.5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3db680b6661e86d3…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06:32): 255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Количество: поле и снимок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Штуки по снимку не показываем: перевод площади маски в штуки не показываем — нет калибровочных пар «снимок → шт./км²»; перевод «площадь / размер предмета» дал бы разброс в 3125 раз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Аналогия: пальмы на гектар по Sentinel-2 с опорой на подсчёт по снимкам высокого разрешения (arXiv 2105.11207): MAE ±7,3 пальмы/га. Для мусора — мусор дрейфует (часы между снимком и полем уже сдвигают поле), разнороден по размеру и материалу и занимает доли процента пикселя; поэтому калибровка по ячейкам требует независимой проверки — у нас она дала отрицательный результат: общих дат поле × спутник 0, климатологии ρ = 0.18 на 123 ячейках</a:t>
            </a:r>
          </a:p>
        </p:txBody>
      </p:sp>
      <p:pic>
        <p:nvPicPr>
          <p:cNvPr id="5" name="Picture 4" descr="10_units_lad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8036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95326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Лестница единиц: предмет на кадре → шт./м² кадра → шт./км² маршрута → спутниковая зона; у каждой ступени своя 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