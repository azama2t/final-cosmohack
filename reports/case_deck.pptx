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[0:52–1:12]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[1:12–1:39]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[1:39–2:05] Пар по месту и времени — 66, время подтверждено даже по самому судну на снимке. Это не калибровочные пары. На 6 отрезках с единичными предметами детектор их не увидел: предмет меньше процента пикселя. Это согласуется с физикой, но общий предел для плотных скоплений не задаёт. Калибровочных пар — 0, поэтому перевода «снимок в штуки» мы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[2:05–2:26] Для детектора мы собрали новые метки: подтверждённые скопления PLP, FloatingObjects и нити Cózar — это B, суда и облака — D. Утечек с MARIDA и MADOS нет, проверяли по дате и по самим пикселям. Текущий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[2:26–2:55] Главная трудность — сложный фон. Если учить детектор на естественных нитях Cózar, полнота на них растёт до 97 процентов, но пена и суда тоже становятся мусором. Если добавить суда как отрицательные, ложные на судах падают с 26 до 4 процентов, но теряются нити. Правило, записанное заранее, не прошёл ни один вариант — остаётся прежний детектор, а его ограничение по судам мы называем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[2:55–3:25]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судно, это верное срабатывание.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[3:25–3:48]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[3:48–4:03]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[4:03–4:32]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[4:32–4:44]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[4:44–4:56]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сценарий в штуках — только условный диапазон с допущениями.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(13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</p:txBody>
      </p:sp>
      <p:pic>
        <p:nvPicPr>
          <p:cNvPr id="5" name="Picture 4" descr="06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32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1892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Пара по месту и времени, Средиземное море: судно-съёмщик видно на снимке в конце полосы скана (пурпур) — время подтверждено; детектор в полосе пикселей не дал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утечек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Утечки: та же съёмка или те же пиксели с MARIDA, MADOS и нашими сценами — 0; по содержимому 0 из 119; исключён 1 дубль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Сложный фон: нити Cózar в обучении — полнота до 97 %, но пена 50/50 и до 91 % судов становятся «мусором»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Откат weights/lgbm (L2A, как в сервисе): нити Cózar 36 %, ложные на судах 26 %, на пене пар 4/50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естественные B (Cózar, линии FloatingObjects): нити 77–97 %, но F1 MARIDA val −0.031…−0.057, ложные на 6–7 % чистой воды и 74–91 % судов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D судов: ложные на судах 26 % → 4 %, на пене 0/50, но нити 36 % → 27 %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Суда, пена и нити спектрально близки: выигрыш на одном ломает другое. Итог: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650"/>
                <a:gridCol w="2888589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Откат weights/lgbm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+ D судов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 (снимок experiments_snapshot.json), decision.json; configs/detector_v2_eval.yaml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вне полосы HE460 т.03 — 1 судно (верное срабатывание на сложном фоне) и 4 одиночных пикселя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(242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7.7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04:40): 242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поле, снимок,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Сценарий шт./км² — только «если это мусорная полоса», с допущениями: 200 м² маски = 160–500000 предметов; не доверительный интервал, не измерение, не результат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 «снимок → шт./км²» (нужно 4–12)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