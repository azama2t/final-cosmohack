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[3:15–3:37] Сервис. Кнопка «Демо ▶» проводит по пяти шагам на реальной сцене Альборана: снимок, зона, качество, итоговый статус, выгрузка. Та же полоса шагов ведёт свой поиск: район и даты, снимок, зона. В карточке зоны — что это, статус и подтверждение, откуда каждое число; количество по снимку не определено.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[3:37–3:54]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[3:54–4:18]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[4:18–4:32]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[4:32–4:45]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18:24):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1600200"/>
            <a:ext cx="57668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Сервис: снимки с находками → снимок и нумерованные зоны → карточка зоны → студия → назад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Обзор: Земля и снимки «район · дата · N находок · облачность» — сразу, без формы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площадь, статус, оценка шт./км²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Карточка: что найдено, когда, площадь, уверенность, источник каждого числа</a:t>
            </a:r>
          </a:p>
        </p:txBody>
      </p:sp>
      <p:pic>
        <p:nvPicPr>
          <p:cNvPr id="10" name="Picture 9" descr="25_svc_studi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17768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3450197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«В студию» — снимок, маска, объекты; «Назад» — к тому же месту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путь эколога — снимок → зона → карточка → студия → назад к следующей находке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54" y="1600200"/>
            <a:ext cx="3146611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