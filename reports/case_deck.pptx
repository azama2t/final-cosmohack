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[0:52–1:04]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[1:04–1:24]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[1:24–1:51]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 и получили 66 пар уровня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[1:51–2:12] Пар уровня A — 66. Время подтверждено даже по самому судну на снимке. В 6 парах, где камера видела предметы, детектор дал 0 пикселей. Это не ошибка, а предел: предмет занимает меньше процента пикселя. Калибровку на таких парах построить нельзя, и мы её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[2:12–2:39] Для детектора мы собрали новые метки: подтверждённые скопления PLP, FloatingObjects и нити Cózar — это B, суда и облака — D. Утечек с MARIDA и MADOS нет, проверяли по дате и по самим пикселям. Текущий детектор на них почти не видит нити и путает суда, а дообучение по заранее записанному правилу не прошло — в сервисе прежний детектор.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[2:39–3:09]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судно, это верное срабатывание.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[3:09–3:32]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[3:32–3:47]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[3:47–4:16]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[4:16–4:28]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[4:28–4:40]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 новых данных мы попробовали дообучить детектор — 10 вариантов по правилу, записанному заранее. Не прошёл ни один: суда и нити спектрально похожи, выигрыш на одном ломает другое. В сервисе остался прежний детектор.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 мы считаем раздельно. По полю — штуки на квадратный километр с интервалом Пуассона. По снимку — только доля покрытия подозрительного материала, это не мусор и не штуки. Связать их может только калибровка на парах A с сигналом, а таких пар 0; нужно от 4 до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(13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в найденных нами данных ADIS —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A;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Пары уровня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66 пар A: при 3.5–4.4 шт./км² на снимке 0 пикселей — это предел обнаружения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ADIS: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парах A (на 38 — низкое солнце или слабый сигнал воды)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 6 парах с предметами детектор дал 0 пикселей в полосе и 0 в полосе, сдвинутой на дрейф; из них оцениваемых 3 — тоже 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Доля покрытия предметами ≈ 6.6·10⁻⁸; крупнейший предмет — 0.7 % пикселя: Sentinel-2 такие предметы не видит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в зоне 0.16 объекта/км²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Вывод: калибровку «снимок → шт./км²» на них не построить — нужно 4–12 пар A с ненулевым сигналом, есть 0; со снимка — только доля покрытия подозрительного материала</a:t>
            </a:r>
          </a:p>
        </p:txBody>
      </p:sp>
      <p:pic>
        <p:nvPicPr>
          <p:cNvPr id="5" name="Picture 4" descr="06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32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1892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Пара A, Средиземное море: судно-съёмщик видно на снимке в конце полосы скана (пурпур) — время подтверждено; детектор в полосе пикселей не дал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утечек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та же съёмка или те же пиксели с MARIDA, MADOS и нашими сценами — 0; по содержимому 0 из 119; исключён 1 дубль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36 %, Refined 2.8 % пикселей; ложные на судах 25.9 %; облака — 4 пикс.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Дообучение на B + D по правилу, записанному заранее: принято 0 из 10 — в сервисе weights/lgbm; U-Net MARIDA на test 0.501 против 0.871 (приложение)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вне полосы HE460 т.03 — 1 судно (верное срабатывание на сложном фоне) и 4 одиночных пикселя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(242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7.7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04:09): 242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Дообучение на B + D: принято 0 из 10 вариантов;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в сервисе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Компромисс: D судов — ложные на судах 26 % → 4 %, но нити Cózar 36 % → 27 %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 и снимок раздельно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 раздельно: поле — шт./км², снимок — доля покрытия; калибровки нет, нужно 4–12 пар A с сигналом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Поле (измерение): S2 ΣN/ΣA = 697 / 12.94 км² = 53.9 [49.9–58.0]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Снимок: доля покрытия подозрительного материала, м²/км² пригодной воды;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Калибровка ln C = ln k + b · ln S требует пар A с ненулевым сигналом — их 0; в 11 полосах CSV сигнал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Нужно: k в пределах ×/÷2 — 4–12 пар с сигналом; для связи r = 0.5 — 30 пар; обследований в 3.5 раза больше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«Площадь / размер = штуки» — только сценарий: 200 м² маски = 160–500000 предметов; массу не оцениваем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пар A с ненулевым сигналом нужно для калибровки (есть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reports/quantity/*.json, docs/QUANTITY.md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