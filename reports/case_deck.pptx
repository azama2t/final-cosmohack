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10.2–157.0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[2:44–3:04] Сервис. При открытии — Земля с реальными находками обработанных сцен. Клик по точке — сцена и карточка зоны: что найдено, когда, площадь, уверенность и откуда каждое число. Из карточки — в студию, кнопкой «Назад» — к той же точке обзора и к следующей находке.</a:t>
            </a:r>
          </a:p>
          <a:p/>
          <a:p>
            <a:r>
              <a:t>Если спросят: Показ вживую — docs/DEMO.md. Полевые шт./км² другого места не выдаются за плотность зоны: «не определено по этому снимку».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[3:04–3:21]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[3:21–3:43] Что мы не утверждаем. Штук по снимку — нет,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[3:43–3:57]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[3:57–4:10] Всё воспроизводится одной командой без сети за 11.5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09:06):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плавающие предметы &gt; 10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ADIS, предметы &gt; 10 см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7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9265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+ 64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сценах: 14 совпали с Cózar, 64 требуют проверки;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шт./км² — «концентрация по снимку не подтверждена»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Земля с находками → точка → сцена и карточка зоны → студия → назад к следующей точке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431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 Земли: находки обработанных сцен сразу, без формы</a:t>
            </a:r>
          </a:p>
        </p:txBody>
      </p:sp>
      <p:pic>
        <p:nvPicPr>
          <p:cNvPr id="6" name="Picture 5" descr="22_svc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00200"/>
            <a:ext cx="3566160" cy="2005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3679316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Точка → сцена и карточка: что найдено, когда, площадь, уверенность</a:t>
            </a:r>
          </a:p>
        </p:txBody>
      </p:sp>
      <p:pic>
        <p:nvPicPr>
          <p:cNvPr id="8" name="Picture 7" descr="25_svc_studi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43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«В студию» — работа с зоной; «Назад к карте» — к той же точке обзора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Земля → точка → карточка → студия → назад к следующей находке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1920×1080, без фикстур); docs/DEMO.md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фото и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 и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4_svc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1920×1080); docs/CONTRACTS_V3.md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выдаём: калибровочных пар 0; «концентрация по снимку не подтверждена»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(10–157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11.5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3db680b6661e86d3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