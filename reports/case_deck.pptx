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[0:00–0:20] Мы решали кейс как два алгоритма, проверенных по отдельности. Детектор по снимку — F1 0.871 на test MARIDA. Концентрация — по полевым данным. Синхронных пар «снимок — поле» 0, поэтому переноса на снимок мы не заявляем, и карта это прямо говорит.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[0:20–0:40] Пользователь — специалист по мониторингу. Он выбирает акваторию и дату, проверяет находки детектора, сравнивает с полем и выгружает результат. Измерение, оценка и площадь маски у нас везде — разные поля.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[0:40–1:00] Целевая величина — суммарный плавающий пластик больше двух сантиметров, штук на квадратный километр, визуальная полоса с судна. Это 63 события Саргассова моря, у каждого есть N и A. Весь мусор Северного и Чёрного морей — не пластик, он только для эксперимента.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[1:00–1:20] Из 935 строк в основной профиль попадают 63. У каждого отказа есть причина: объектные строки, категории, весь мусор. Поля-утечки в признаки не попадают, это проверяют тесты.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[1:20–1:45] Реестр пар — главный фильтр. Из 318 событий по метаданным проходят 29, маски в полосе — 12. Но вода за сутки уходит на десятки километров: пара синхронна, только если между снимком и наблюдением не больше 4.2 часа. Таких ноль. Для пластика снимков нет вообще.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[1:45–2:10] Детектор — пиксельный LightGBM. На test MARIDA F1 0.871, RandomForest — 0.771, индексы FDI — 0.042; саргассум и мутную воду он не путает. На снимках пар это не переносится: из 975 объектов почти все — блик, облака или барашки, а без гармонизации каналов остаётся 5. Поэтому на карте это «подозрительные пиксели», а не находки.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[2:10–2:45] Концентрация: C равно N на A, интервал Пуассона, контрольный пример — 60.0. Модели сравниваем с медианой на участках маршрута. На dev ridge выигрывает слабо, а на отложенном test, посчитанном один раз, — 30.0 против 25.2 у медианы. Правило записано до открытия test, поэтому на карте — медиана. Модель не спасаем.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[2:45–3:05] Связь снимка с полем мы всё же проверили. На 11 парах FDI даёт ρ −0.75, но после поправки Холма p 0.12, а случайная вода той же сцены даёт почти то же. Вывод — данных мало: нужно около 33 независимых пар.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[3:05–3:25] Карта повторяет отчёт: три слоя и два статуса полосы. Здесь детектор нашёл пиксели, но пара отклонена по дрейфу, поэтому это «подозрительные пиксели без полевого подтверждения», а не «обнаружено». Выгрузка сверена с API самопроверкой.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[3:25–3:40] Из правила дрейфа мы сделали инструмент «Подобрать снимок»: он говорит, когда выходить на трансекту. Для Чёрного моря это окна UTC у 12 событий. Геометрию трансект восстановили по PANGAEA.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[3:40–3:52] Ограничения называем сами: перенос на снимок не доказан, данных мало, интервалы недопокрывают. Развитие — трансекты под пролёт с записанным временем и больше рейсов.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[3:52–4:00] Всё воспроизводится одной командой без сети; чистый клон до карты — 7,5 минуты, числа совпали. Спасибо, готовы к вопросам.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01 · Кейс «Макропластик»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Плавающий мусор: детектор по снимку и шт./км² по полю — что доказано, а что нет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Детектор по Sentinel-2 проверен на test MARIDA: F1 0.871 против RandomForest 0.771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Концентрация шт./км² — по полевым данным: C = N/A с интервалом Пуассона; на отложенном test модель не лучше медианы, поэтому на карте медиана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Снимок ↔ поле: 318 событий → 0 синхронных пар; перенос «снимок → шт./км²» не заявляем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подтверждённых пар «снимок ↔ полевое измерение» — и мы это показываем, а не прячем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reports/final_numbers.json → case.sections (6 разделов с источником и протоколом)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02 · Задача и пользователь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Пользователь — специалист по мониторингу: акватория и дата → проверка зон → сравнение с полем → выгрузка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Выбирает акваторию и дату, видит полевые измерения, снимки-кандидаты и маску качества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Смотрит, где детектор нашёл подозрительные пиксели, и почему пара «снимок ↔ поле» принята или отклонена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Сравнивает с полевым измерением (шт./км² с интервалом), сохраняет запрос, выгружает GeoJSON/CSV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Измерение, оценка по полевым данным и площадь маски — разные поля везде: в API, карточке, легенде, выгрузке</a:t>
            </a:r>
          </a:p>
        </p:txBody>
      </p:sp>
      <p:pic>
        <p:nvPicPr>
          <p:cNvPr id="5" name="Picture 4" descr="01_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30074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699119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Карта кейса: 935 наблюдений, 29 полос обследования со снимками-кандидатами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README.md §1, §8; docs/CONTRACTS_V3.md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03 · Целевая величина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Целевая величина — суммарный плавающий пластик &gt; 2 см, шт./км², визуальная полоса 10 м (S2, Саргассово море)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63 события за 26 дней (2015-04-01 – 2015-04-26); у всех есть N и A → C = N/A проверяема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N 1–55 предметов, A 0.092–0.255 км²: масштаб контрольного примера 12 / 0.20 км²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Второй профиль — трал S1, 5–50 см, 83 события: только полевая проверка, со S2 не смешиваем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all_litter (S3, S4) — весь мусор всех материалов, не пластик: только в эксперименте на снимках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Детектор: класс Marine Debris MARIDA = любой плавающий мусор; пластик отдельно он не выделяет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36.1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 — медиана C профиля S2 (диапазон 4.3–222.7)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configs/case_selection.yaml; README.md §1; reports/report.md §1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0:40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04 · Данные и отбор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Из 935 строк реестра в профиль S2 входят 63: у каждого отказа записана причина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Реестр: 935 строк, 56 полей, 318 событий из 4 источников (S1 181, S2 63, S3 41, S4 33)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Принято: S2 — 63, S1 — 83; категории не суммируем (пусто ≠ 0)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Поля-утечки (concentration_*, items_count, reported_* …) не бывают признаками: тесты портят их и проверяют, что прогноз не меняется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39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2407"/>
                <a:gridCol w="1176832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Причина отказа (профиль S2)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Строк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объектная строка — предмет, а не плотность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337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категория пластика, не суммарный пластик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321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суммарный пластик другого профиля (трал S1)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all_litter — весь мусор, не пластик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74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категория промыслового мусора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41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аэросъёмка S1 &gt; 50 см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итого отказов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872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src/macroplastic/case/selection.py; reports/case_splits/selection_*[_rejected].csv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05 · Реестр пар и окно синхронизации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318 событий → 29 по метаданным → 12 по маскам → 0 синхронных с учётом дрейфа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Для пластика снимков нет: S1 и S2 — открытый океан 2015 г., Sentinel-2A снимает с конца июня 2015 (S1 — 0 сцен в ±5 сут, S2 — 1)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Дрейф: при типичных 0.2 м/с вода смещается на 23.4 км (медиана) — допуск 3 км держит только |dt| ≤ 4.2 ч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Маски в полосе: блик 10, облака 6 (у 4 флаг QA Landsat сомнителен), покрытие 1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Реестр: строка на каждое из 318 событий, этап отказа и все причины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События, у которых остаётся пара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все события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2279599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232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318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|dt| ≤ 1 сут, облачность ≤ 60 %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207887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28520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маски качества в полосе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86022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06655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дрейф ≤ допуска (0.2 м/с)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7480" y="3721608"/>
            <a:ext cx="36576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57208" y="36576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reports/case_pairs/summary.md, quality.md; data/case/run/registry_pairs.csv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06 · Детектор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Детектор: F1 0.871 на test MARIDA, но на снимках пар срабатывает на блике, облаках и барашках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LightGBM, порог 0.63 с val; test MARIDA посчитан один раз: ΔF1 к RF 0.100 [0.049; 0.150]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Ложные: 75, из них суда 27 и органика 21; на саргассуме и мутной воде — 0 (FDI × NDVI помечает 46 % саргассума)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На 22 снимках пар (L2A): 975 объектов, в полосах 6; без HE460 т.03 ложные типы — 55.0 % (блик, облака); 721 вне полосы на HE460 т.03 — вероятно барашки/пена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Без гармонизации L2A → MARIDA остаётся 5 объектов из 975: F1 0.871 на снимки пар не переносится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(основной)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1985530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06163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1757570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8203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95743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16375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reports/case_detector/compare.md; reports/case_pairs/detector_review.md (final_numbers → case.detector_review)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1:45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07 · Концентрация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C = N/A сошлась с опубликованной у 467 из 467 строк; на отложенном test модель не лучше медианы — на карте медиана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Контроль: 12 / 0.20 км² = 60.0 шт./км², 95 % ДИ Пуассона 31.0–104.8; C = N/A совпала с опубликованной у 467 из 467 строк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Сплит: 5 участков маршрута + буфер 1 сут; протокол и правило выбора записаны до CV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Dev CV S2: ridge_log 28.5 против медианы 44.2, ΔMAE [−31.6; −0.3] — слабый выигрыш (с Бонферрони [−38.7; 7.3])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Отложенный test (25.09.2026 19:15, один раз): S2 30.0 против 25.2 (основная модель не лучше медианы); S1 370.0 против 371.1 (разницы с медианой нет)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S2, отложенный test (14 событий): MAE, шт./км²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ridge_log (основная)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2279599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232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30.0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медиана dev (на карте)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1914863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35496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25.2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20040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ΔMAE +4.8 [−1.6; +12.9] — ДИ содержит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reports/case_conc/dev_cv.json, final_test.json; configs/case_selection.yaml: final_test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08 · Эксперимент «снимок vs all_litter»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Связь признаков снимка с полевой плотностью всего мусора не установлена: данных на это мало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11 пар S2 прошли маски, независимых групп «район × день» — 6; эталон — весь мусор, не пластик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FDI в полосе: ρ −0.75 [−1.00; −0.14], p Холма 0.12; та же полоса в случайной воде сцены — −0.52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Значит, связь на уровне сцены или дня, а не места; знак к тому же обратный ожидаемому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Мощность: при 6 группах видна только |ρ| ≥ 0.96; для ρ = 0.5 нужно ≈ 33 независимых пар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независимых синхронных пар нужно, чтобы увидеть ρ = 0.5 (есть 6 групп)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reports/case_pairs/experiment.md, experiment.json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2:45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09 · Карта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Карта говорит то же, что отчёт: 29 полос-кандидатов, 0 подтверждённых пар, концентрация по снимку недоступна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Три слоя: полевые измерения (шт./км² с интервалом Пуассона) · снимки-кандидаты (полосы обследования) · подозрительные пиксели детектора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Два статуса полосы: детекция («связь не подтверждена» + причина) и концентрация («недоступна»)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 пар, выгрузка GeoJSON/CSV, сохранённые запросы; самопроверка API ↔ выгрузка: 259 из 259, ошибочные входы 46/46, p95 ≤ 66 мс</a:t>
            </a:r>
          </a:p>
        </p:txBody>
      </p:sp>
      <p:pic>
        <p:nvPicPr>
          <p:cNvPr id="5" name="Picture 4" descr="02_zone_suspicious_pixe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36564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348082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Северное море, HE460 трансекта 03: пиксели есть, но связь с полем не подтверждена (дрейф &gt; допуска)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service/routes_v3.py; reports/selfcheck/consistency_latest.json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3:05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10 · Дополнительные функции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«Подобрать снимок»: из правила дрейфа — инструмент планирования полевых работ под пролёт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Окно синхронизации |dt| ≤ 4.17 ч; наивное окно ±1 сут даёт 29 «пар», синхронных 0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Чёрное море без времени трансект: 12 событий получают окно UTC, у 8 полоса чистая по маскам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Прогноз пролётов на архиве совпал с реальной съёмкой в 82 из 88 случаев (±5 мин)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Геометрия трансект по PANGAEA: 104 события S2/S3, 108 сегментов; 4 прерванные трансекты — двумя сегментами</a:t>
            </a:r>
          </a:p>
        </p:txBody>
      </p:sp>
      <p:pic>
        <p:nvPicPr>
          <p:cNvPr id="5" name="Picture 4" descr="04_pairfinder_transe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4726" y="1645920"/>
            <a:ext cx="4321386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715000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Саргассово море, T18: прерванная трансекта (2 сегмента) и «Подбор снимка» — сцен в окне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docs/EXTRA_FEATURES.md; reports/case_pairfinder/evidence.md; reports/case_geometry/summary.md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11 · Ограничения и развитие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Ограничения названы на карте и в отчёте; развитие — синхронные пары и больше рейсов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Перенос «снимок → шт./км²» не доказан: синхронных пар нет, для пластика снимков нет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Мало независимых данных: S2 — один рейс, 26 дней; интервалы недопокрывают (84 % и 74 % вместо 90 %)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Test не абсолютно нетронутый: ранняя разведка бейзлайнов видела все события профиля (записано до открытия)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Детектор на L2A пар по разметке не измерен; порог блика не калибровался на этих сценах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Дальше: трансекты под пролёт с записанным временем (≈ 33 пар), больше рейсов и сезонов, ERA5 для дрейфа, разметка скоплений на L2A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reports/report.md §8–9; README.md «Ограничения»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3:40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12 · Воспроизводимость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Одна команда, 7.0 с без сети; чистый клон до карты — 7,5 мин, числа совпали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Одна команда: run.ps1 -Case all -Offline (CSV → отбор → пары → маски → детектор → метрики → выгрузка)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24 выходные таблицы с одинаковыми sha256 при повторе; отпечаток fccf808a8817d7c4…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Чистый клон: клон 76 с, установка и маршрут 3 мин 17 с, карта 8,1 с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Тесты кейса (25.09.2026 23:17): 211 passed, 2 skipped, 0 failed; числа документов сверяет тест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7,5 мин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от git clone до карты на экране, CPU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reports/selfcheck/clean_clone_1941.md; reports/case_run/run_summary.json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3:52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