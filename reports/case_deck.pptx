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[0:00–0:19]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[0:19–0:33]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[0:33–0:52]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[0:52–1:04]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[1:04–1:24]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[1:24–1:51]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 и получили 66 пар уровня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[1:51–2:12] Пар уровня A — 66. Время подтверждено даже по самому судну на снимке. В 6 парах, где камера видела предметы, детектор дал 0 пикселей. Это не ошибка, а предел: предмет занимает меньше процента пикселя. Калибровку на таких парах построить нельзя, и мы её не заявляем.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[2:12–2:33] Для детектора мы собрали новые метки: подтверждённые скопления PLP, FloatingObjects и нити Cózar — это B, суда и облака — D. Утечек с MARIDA и MADOS нет, проверяли по дате и по самим пикселям. Текущий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[2:33–2:55] На новых данных мы попробовали дообучить детектор — 11 вариантов по правилу, записанному заранее. Не прошёл ни один: суда и нити спектрально похожи, выигрыш на одном ломает другое. В сервисе остался прежний детектор.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[2:55–3:17] Количество мы считаем раздельно. По полю — штуки на квадратный километр с интервалом Пуассона. По снимку — только доля покрытия подозрительного материала, это не мусор и не штуки. Связать их может только калибровка на парах A с сигналом, а таких пар 0; нужно от 4 до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[3:17–3:30]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[3:30–4:00]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судно, это верное срабатывание.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[4:00–4:23]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[4:23–4:41]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[4:41–4:56] Карта повторяет отчёт: три слоя и два статуса полосы. Эта пара отклонена по дрейфу — «связь не подтверждена»; пикселей детектора в полосе нет, концентрация по снимку недоступна. Выгрузка сверена с API самопроверкой.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[4:56–5:25] Наш вклад — не модель, а решения, которые защищают выводы от самообмана. Допуск по дрейфу в реестре пар, сплит по участкам маршрута, найденный после утечки через соседей дня,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[5:25–5:38]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[5:38–5:50]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[5:50–6:02]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(13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в найденных нами данных ADIS —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A;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99991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Пары уровня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66 пар A: при 3.5–4.4 шт./км² на снимке 0 пикселей — это предел обнаружения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ADIS: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парах A (на 38 — низкое солнце или слабый сигнал воды)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В 6 парах с предметами детектор дал 0 пикселей в полосе и 0 в полосе, сдвинутой на дрейф; из них оцениваемых 3 — тоже 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Доля покрытия предметами ≈ 6.6·10⁻⁸; крупнейший предмет — 0.7 % пикселя: Sentinel-2 такие предметы не видит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в зоне 0.16 объекта/км²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Вывод: пары A подтверждают предел обнаружения, но калибровку «снимок → шт./км²» на них не построить</a:t>
            </a:r>
          </a:p>
        </p:txBody>
      </p:sp>
      <p:pic>
        <p:nvPicPr>
          <p:cNvPr id="5" name="Picture 4" descr="06_adis_p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32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1892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Пара A, Средиземное море: судно-съёмщик видно на снимке в конце полосы скана (пурпур) — время подтверждено; детектор в полосе пикселей не дал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утечек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Утечки: та же съёмка или те же пиксели с MARIDA, MADOS и нашими сценами — 0; по содержимому 0 из 119; исключён 1 дубль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Дообучение на B + D: принято 0 из 11 вариантов;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−0.031 до 0.002 — в сервисе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Компромисс: D судов — ложные на судах 26 % → 4 %, но нити Cózar 36 % → 27 %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Количество: поле и снимок раздельно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 раздельно: поле — шт./км², снимок — доля покрытия; калибровки нет, нужно 4–12 пар A с сигналом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Поле (измерение): S2 ΣN/ΣA = 697 / 12.94 км² = 53.9 [49.9–58.0] шт./км²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Снимок: доля покрытия подозрительного материала, м²/км² пригодной воды;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Калибровка ln C = ln k + b · ln S требует пар A с ненулевым сигналом — их 0; в 11 полосах CSV сигнал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Нужно: k в пределах ×/÷2 — 4–12 пар с сигналом; для связи r = 0.5 — 30 пар; обследований в 3.5 раза больше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«Площадь / размер = штуки» — только сценарий: 200 м² маски = 160–500000 предметов; массу не оцениваем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пар A с ненулевым сигналом нужно для калибровки (есть 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reports/quantity/*.json, docs/QUANTITY.md (final_numbers → case.sections.quantity)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2:55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вне полосы HE460 т.03 — 1 судно (верное срабатывание на сложном фоне) и 4 одиночных пикселя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S2, отложенный test (14 событий): MAE, шт./км²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ridge_log (основная)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медиана dev (на карте)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914863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35496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ΔMAE +4.8 [−1.6; +12.9] — ДИ содержит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 говорит то же, что отчёт: 29 полос-кандидатов, 0 подтверждённых пар, концентрация по снимку недоступна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Три слоя: полевые измерения (шт./км² с интервалом Пуассона) · снимки-кандидаты (полосы обследования) · подозрительные пиксели детектора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Два статуса полосы: детекция («связь не подтверждена» + причина) и концентрация («недоступна»)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 пар, выгрузка GeoJSON/CSV, сохранённые запросы; самопроверка API ↔ выгрузка: 284 из 284, ошибочные входы 46/46, p95 ≤ 104 мс</a:t>
            </a:r>
          </a:p>
        </p:txBody>
      </p:sp>
      <p:pic>
        <p:nvPicPr>
          <p:cNvPr id="5" name="Picture 4" descr="02_zone_he460_t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56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48082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Северное море, HE460 трансекта 03: связь с полем не подтверждена (дрейф &gt; допуска), подозрительных пикселей в полосе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service/routes_v3.py;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(232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5:25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5:38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6.9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fccf808a8817d7c4…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(26.09.2026 00:18): 232 passed, 2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5:50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