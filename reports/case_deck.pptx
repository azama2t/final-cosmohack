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[0:52–1:12]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[1:12–1:39]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[1:39–2:05] Пар по месту и времени — 66, время подтверждено даже по самому судну на снимке. Это не калибровочные пары. На 6 отрезках с единичными предметами детектор их не увидел: предмет меньше процента пикселя. Это согласуется с физикой, но общий предел для плотных скоплений не задаёт. Калибровочных пар — 0, поэтому перевода «снимок в штуки» мы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[2:05–2:24]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[2:24–2:53] Главная трудность — сложный фон. Если учить детектор на естественных нитях Cózar, полнота на них растёт до 97 процентов, но пена и суда тоже становятся мусором. Если добавить суда как отрицательные, ложные на судах падают с 26 до 4 процентов, но теряются нити. Правило, записанное заранее, не прошёл ни один вариант — остаётся прежний детектор, а его ограничение по судам мы называем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[2:53–3:27]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[3:27–3:50]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[3:50–4:06] Карта на сцене, которую модель не видела. Каждая зона — измерено по снимку, вероятность с признаками ложных и, статус «концентрация по снимку не подтверждена» — штук по снимку мы не показываем. Выгрузка равна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[4:06–4:35]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[4:35–4:47]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[4:47–4:59]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(15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Сложный фон: нити Cózar в обучении — полнота до 97 %, но пена 50/50 и до 91 % судов становятся «мусором»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Откат weights/lgbm (L2A, как в сервисе): нити Cózar 36 % (хотя бы один пиксель нити; по пикселям 7 %), ложные на судах 26 %; D пар 5 из 97 объектов, все на 1 съёмке из 8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естественные B (Cózar, линии FloatingObjects): нити 77–97 %, но F1 MARIDA val −0.031…−0.057, ложные на 6–7 % чистой воды и 74–91 % судов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D судов: ложные на судах 26 % → 4 %, на пене 0/50, но нити 36 % → 27 %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Суда, пена и нити спектрально близки: выигрыш на одном ломает другое. Итог: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650"/>
                <a:gridCol w="2888589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Откат weights/lgbm (нить — ≥ 1 пикс.)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+ D судов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 (снимок experiments_snapshot.json), decision.json; configs/detector_v2_eval.yaml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Карта: отложенная сцена Cózar 30SXE — 23 зон, 14 совпали с нитями Cózar; концентрация по снимку не подтверждена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Сцена 30SXE, 11.03.2021 не участвовала в обучении, подборе порога и экспериментах детектора; всего в слое 286 зон на 75 оцениваемых сценах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Карточка зоны: измерено (площадь 4.18 км², LWD, маска качества, версия модели) · вероятно (статус, признаки пены/блика/судна) · главный статус — «концентрация по снимку не подтверждена»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«Обнаружено» только при совпадении с нитью Cózar (14); признаки пены, блика, судна, берега → «недостаточно данных» (164)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Полосы кейса (29): связь с полем не подтверждена, концентрация по снимку недоступна; выгрузка = карта (23 = 23 строк CSV)</a:t>
            </a:r>
          </a:p>
        </p:txBody>
      </p:sp>
      <p:pic>
        <p:nvPicPr>
          <p:cNvPr id="5" name="Picture 4" descr="09_demo_zone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47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3884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Отложенная сцена Cózar: контуры зон детектора и карточка «Измерено / Вероятно»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reports/case_demo/demo_path.json (final_numbers → case.sections.scene_zones);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11.5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3db680b6661e86d3…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05:48): 252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 «снимок → шт./км²» (нужно 4–12)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