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10.0–160.3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[2:44–3:15] Как мы всё-таки получаем штуки по снимку. На мишенях PLP из бутылок детектор срабатывает, когда в пикселе 470–670 бутылок. Отсюда сценарий: пиксели зоны, умноженные на это число, делённые на площадь. Медиана по находкам — около 32000 штук на квадратный километр, если бы это были бутылки. Это сценарий по искусственным мишеням: для природного мусора не проверен, и на природной паре ISPRA посчитанные предметы лежат не там, где пиксели детектора.</a:t>
            </a:r>
          </a:p>
          <a:p/>
          <a:p>
            <a:r>
              <a:t>Если спросят: Метод: исследовательский сценарий: калибровка на искусственных мишенях PLP (бутылки PET 1.5 л). Протокол ISPRA MSFD Modulo 2bis: предметы 2.5–50 см, ширина полосы в файле 2019 г. не записана, часовой пояс не указан — пара не калибровочная. Точек калибровки 2 (по пикселю на дату). Почему это не интервал: пиксели ниже порога не учтены, а мелкие предметы дали бы больше штук. Почему не сравнивать с полем: поле — средняя по километрам маршрута и предметы &gt; 2 см, здесь — плотность внутри нити в пересчёте на бутылки.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[3:15–3:37] Сервис. Кнопка «Демо ▶» проводит по пяти шагам на реальной сцене Альборана: снимок, зона, качество, итоговый статус, выгрузка. Та же полоса шагов ведёт свой поиск: район и даты, снимок, зона. В карточке зоны — что это, статус и подтверждение, откуда каждое число; количество по снимку не определено.</a:t>
            </a:r>
          </a:p>
          <a:p/>
          <a:p>
            <a:r>
              <a:t>Если спросят: Показ вживую — docs/DEMO.md; запасное видео — presentation/demo.mp4. Полевые шт./км² другого места не выдаются за плотность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[3:37–3:54]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[3:54–4:18] Что мы не утверждаем. Штуки по снимку — только исследовательская оценка, природных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[4:18–4:32]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[4:32–4:45] Всё воспроизводится одной командой без сети за 7.5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(27.09.2026 00:12): 252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все плавающие предметы &gt; 10 см (не только пластик)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ADIS: все предметы &gt; 10 см (не только пластик), измерение ΣN/ΣA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 (14 совпали с Cózar; на снимках из обучения MARIDA не считаем — 1);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431" y="1600200"/>
            <a:ext cx="57672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количество предметов по снимку не определено; исследовательский сценарий — следующий слайд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Как получаем шт./км² по снимку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шт./км² по снимку — исследовательский сценарий по искусственным мишеням PLP (2 даты): на природе не проверен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470–670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бутылок PET 1.5 л на сработавший пиксель мишени PLP (2019-04-18, 2019-05-18) — допущение, не доверительный интервал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≈ 32000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сценария по 77 находкам (разброс 9100–130000), если бы это были предметы размера бутылки 1,5 л при покрытии 28–40 %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 ≈ n_пикселей × [470; 670] / площадь зоны; зона 16: 691 пикс. на 4.18 км² → ≈ 92800 шт./км² (сценарий)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оценщике «снимок → штуки» сценарий хуже ответа «0» — в карточке он свёрнут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 полем (53.9 шт./км² — средняя по маршруту) напрямую не сравниваем</a:t>
            </a:r>
          </a:p>
        </p:txBody>
      </p:sp>
      <p:pic>
        <p:nvPicPr>
          <p:cNvPr id="9" name="Picture 8" descr="28_sc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порядок величины, не измерение; на природной паре ISPRA (16.09.2019) посчитанные с судна предметы не рядом с пикселями детектора — для природы не проверено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configs/zone_estimate.yaml; reports/count_datasets/115_bridge_s2.md (final_numbers → case.sections.scene_zones.research_estimate)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Сервис: «Демо ▶» — Район и даты → Снимок → Зона → Качество и статус → Выгрузка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2606040" cy="146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Район и даты: Земля и снимки «район · дата · находки · облачность»</a:t>
            </a:r>
          </a:p>
        </p:txBody>
      </p:sp>
      <p:pic>
        <p:nvPicPr>
          <p:cNvPr id="6" name="Picture 5" descr="28_sc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00200"/>
            <a:ext cx="2606040" cy="1464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756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Снимок: зоны по номерам, площадь — оценка детектора</a:t>
            </a:r>
          </a:p>
        </p:txBody>
      </p:sp>
      <p:pic>
        <p:nvPicPr>
          <p:cNvPr id="8" name="Picture 7" descr="22_svc_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2606040" cy="1464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Зона: «Что это» → статус → подтверждение → «Количество … не определено»</a:t>
            </a:r>
          </a:p>
        </p:txBody>
      </p:sp>
      <p:pic>
        <p:nvPicPr>
          <p:cNvPr id="10" name="Picture 9" descr="27_svc_metric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606040" cy="29562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4629578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4. Качество и статус: метрики и примеры верно / пропуск / судно / пена / анализ невозможен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кнопка «Демо ▶» проводит эколога по пяти шагам; пятый — выгрузка GeoJSON/CSV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1920×1080, без фикстур); docs/DEMO.md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Сервис: фото, метрики,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Фото, метрики,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00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7_svc_metr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898" y="1600200"/>
            <a:ext cx="314372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«Метрики»: F1 детектора и отложенный test концентрации против медианы</a:t>
            </a:r>
          </a:p>
        </p:txBody>
      </p:sp>
      <p:pic>
        <p:nvPicPr>
          <p:cNvPr id="8" name="Picture 7" descr="24_svc_expo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0041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1920×1080); docs/CONTRACTS_V3.md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измерение: исследовательский сценарий по мишеням PLP, на природе не проверен; природных калибровочных пар 0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(10–160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7.5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252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278d93fb3390edeb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27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