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10.2–157.0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[2:44–3:04] Сервис. При открытии — Земля с реальными находками обработанных сцен. Клик по точке — сцена и карточка зоны: что найдено, когда, площадь, уверенность и откуда каждое число. Из карточки — в студию, кнопкой «Назад» — к той же точке обзора и к следующей находке.</a:t>
            </a:r>
          </a:p>
          <a:p/>
          <a:p>
            <a:r>
              <a:t>Если спросят: Показ вживую — docs/DEMO.md. Полевые шт./км² другого места не выдаются за плотность зоны: «не определено по этому снимку».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[3:04–3:21] Режим «Фото» открывается с готовым примером: рамки и число предметов, а при известной площади кадра — штуки на квадратный километр. У каждого числа подписан источник.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[3:21–3:43] Что мы не утверждаем. Штук по снимку — нет,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[3:43–3:57]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[3:57–4:10] Всё воспроизводится одной командой без сети за 7.5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(26.09.2026 11:15): 255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все плавающие предметы &gt; 10 см (не только пластик)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ADIS: все предметы &gt; 10 см (не только пластик), измерение ΣN/ΣA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7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9265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 (14 совпали с Cózar; на снимках из обучения MARIDA не считаем — 1); ещё 180 — недостаточно данных или ложные, 28 — не обнаружено</a:t>
            </a:r>
          </a:p>
        </p:txBody>
      </p:sp>
      <p:pic>
        <p:nvPicPr>
          <p:cNvPr id="8" name="Picture 7" descr="26_sz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1600200"/>
            <a:ext cx="57668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шт./км² — «концентрация по снимку не подтверждена»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Сервис: Земля с находками → точка → сцена и карточка зоны → студия → назад к следующей точке</a:t>
            </a:r>
          </a:p>
        </p:txBody>
      </p:sp>
      <p:pic>
        <p:nvPicPr>
          <p:cNvPr id="4" name="Picture 3" descr="21_svc_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566160" cy="2431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04824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Обзор Земли: находки обработанных сцен сразу, без формы</a:t>
            </a:r>
          </a:p>
        </p:txBody>
      </p:sp>
      <p:pic>
        <p:nvPicPr>
          <p:cNvPr id="6" name="Picture 5" descr="22_svc_c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600200"/>
            <a:ext cx="3566160" cy="20059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3679316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Точка → сцена и карточка: что найдено, когда, площадь, уверенность</a:t>
            </a:r>
          </a:p>
        </p:txBody>
      </p:sp>
      <p:pic>
        <p:nvPicPr>
          <p:cNvPr id="8" name="Picture 7" descr="25_svc_studi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566160" cy="2431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4104824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«В студию» — работа с зоной; «Назад к карте» — к той же точке обзора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путь эколога — Земля → точка → карточка → студия → назад к следующей находке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1920×1080, без фикстур); docs/DEMO.md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фото и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 и выгрузка: зоны отложенной сцены на карте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486400" cy="3086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59452"/>
            <a:ext cx="5486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4_svc_ex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54864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759452"/>
            <a:ext cx="5486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того, что на карте; запросы сохраняются и повторяются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1920×1080); docs/CONTRACTS_V3.md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выдаём: калибровочных пар 0; «концентрация по снимку не подтверждена»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(10–157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7.5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255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278d93fb3390edeb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