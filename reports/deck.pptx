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64 живых снимках Sentinel-2 в 18 районах, 52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18 районов, 64 даты, справа рейтинг «где искать в первую очередь». [клик: Мумбаи в надёжном рейтинге] Снимок Sentinel-2 от 01.01.2026,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уверенность, повторяемость по датам и согласие моделей; снимок с дымкой или бликом получает половину балла, а шов детекторов, кильватер и суда в балл не входят. Двойное кольцо — уверенная находка: пятно видят две разные модели в радиусе 20 метров, таких 290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64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18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52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66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18 районов, 64 даты: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18 районов,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Находка: Мумбаи, 01.01.2026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Мумбаи, зона №1: «почему она первая»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38 из 64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865193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865193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Мумбаи: дрейф от пятен 01.01.2026,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