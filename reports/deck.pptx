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29 живых снимках Sentinel-2 в 12 районах, 17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12 районов, 29 дат, справа рейтинг «где искать в первую очередь». [клик: Манильский залив] Снимок Sentinel-2,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 и на повторяемость по датам. Двойное кольцо — уверенная находка: объект видят две разные модели в радиусе 20 метров, таких 200.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 и 21,4 на CPU, результат бит в бит тот же, что до ускорения. Ваш датасет подключаем тремя командами: разбор архива с отчётом о сомнениях, конвертация, обучение. Бустинг обучается за 4,5 секунды. Если каналов меньше, например только RGB, — переобучаем на доступных, потери мы заранее измерили.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29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12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17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12 районов, 29 дат: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Карточка находки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Зона №1: «почему это место первое»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объектов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(15 из 29 снимков)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571102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571102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с холодного старта — 5,7 с; новый датасет — 3 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21,4 с (i5-13600KF)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выход бит в бит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 300 чипов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